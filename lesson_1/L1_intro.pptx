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6759-0470-BAD8-AE9D-A58AE48A8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Experimentation and evaluation in the age of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63FB4-7DFF-E0BA-EEEF-6382ECC5D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3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B32F-CC99-A993-0AA0-61230527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0D4B-2815-47AE-BB10-9E04D53F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4253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</TotalTime>
  <Words>8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Parcel</vt:lpstr>
      <vt:lpstr>Experimentation and evaluation in the age of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Casati, Fabio</dc:creator>
  <cp:lastModifiedBy>Casati, Fabio</cp:lastModifiedBy>
  <cp:revision>1</cp:revision>
  <dcterms:created xsi:type="dcterms:W3CDTF">2026-05-26T12:04:29Z</dcterms:created>
  <dcterms:modified xsi:type="dcterms:W3CDTF">2026-05-26T12:05:43Z</dcterms:modified>
</cp:coreProperties>
</file>